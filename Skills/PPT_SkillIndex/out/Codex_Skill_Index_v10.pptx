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Codex 技能全景索引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743200"/>
            <a:ext cx="3962095" cy="381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84FC"/>
                </a:solidFill>
                <a:latin typeface="Microsoft YaHei"/>
              </a:defRPr>
            </a:pPr>
            <a:r>
              <a:t>全部 Skills · Plugins · MCP Server 功能与用法大全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Plugins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0AAF"/>
                </a:solidFill>
                <a:latin typeface="Microsoft YaHei"/>
              </a:defRPr>
            </a:pPr>
            <a:r>
              <a:t>2026-07-06 | 共 ? 页 | 107 Skills + 120+ Plugins + 1 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0080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Codex 技能全景索引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743200"/>
            <a:ext cx="3962095" cy="381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84FC"/>
                </a:solidFill>
                <a:latin typeface="Microsoft YaHei"/>
              </a:defRPr>
            </a:pPr>
            <a:r>
              <a:t>全部 Skills · Plugins · MCP Server 功能与用法大全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Plugins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0AAF"/>
                </a:solidFill>
                <a:latin typeface="Microsoft YaHei"/>
              </a:defRPr>
            </a:pPr>
            <a:r>
              <a:t>2026-07-06 | 共 33 页 | 107 Skills + 120+ Plugins + 1 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0080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数据/搜索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a-stock-data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A股全栈数据：行情/研报/资金面/新闻/公告七层数据源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agent-reach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全网调研：小红书/推特/B站/Reddit/YouTube等13平台搜索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ai-image-prompts-skill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AI图片提示词库：10000+精选提示词，适配所有AI绘图模型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anysearch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实时搜索引擎：网页搜索/垂直领域/批量搜索/URL内容提取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knowledge-agent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知识库搜索：从观察历史中构建和查询AI知识库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mem-search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跨会话记忆搜索：搜索历史会话中的决策和经验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前端/设计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design-taste-frontend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反套路前端设计：落地页/作品集/重设计，避免AI模板感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frontend-design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独特前端界面：避免AI通用审美，实现生产级高质量代码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gpt-taste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高端UX/UI+GSAP动效：Python驱动布局随机化，严格AIDA结构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high-end-visual-design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高级视觉设计：教AI像高端代理商一样设计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impeccable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完美UI设计：设计/重设计/审查/打磨前端界面的全能技能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minimalist-ui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极简编辑风界面：暖色调单色/字体对比/扁平Bento网格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0098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industrial-brutalist-ui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32841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工业粗野风：瑞士排版+军事终端美学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7588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stitch-design-taste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Google Stitch语义设计系统：生成AGENT友好的DESIGN.md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5079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taste-skill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7822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品味技能集合：品牌/前端设计/图片生成综合套件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2569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ui-ux-pro-max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5312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终极UI/UX技能：移动端+Web端设计规则和最佳实践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0060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280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image-to-code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82803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图片转代码：AI生成设计图后精确还原为前端代码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7550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02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redesign-existing-projects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20293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项目重设计升级：将平庸设计升级为高品质精品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5040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778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imagegen-frontend-web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57784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前端图片方向：为落地页/营销网站生成高转化率设计参考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92531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952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imagegen-frontend-mobile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95274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移动端图片方向：生成高品质App原生界面概念图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图片/视觉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imagegen-free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免费AI图片生成：基于Pollinations.ai，无需API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brandkit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品牌视觉套件：高端品牌指南板/Logo系统/身份展示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hatch-pet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宠物形象生成：创建Codex兼容的动画宠物精灵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screenshot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截图工具：捕获桌面/窗口/指定区域的截图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文档/办公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doc-excel-toolkit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文档Excel工具包：PDF/DOCX/TXT读取和Excel处理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PDF处理：读取/创建/检查/渲染PDF文件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speech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文字转语音：TTS旁白/无障碍朗读/批量语音生成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transcribe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音频转文字：转录音频文件，可选说话人分离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jupyter-notebook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Jupyter笔记本：创建/编辑实验性笔记本和教程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PPT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GordenImage2PPTX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图片还原PPTX：将PPT截图逆向还原为可编辑的.pptx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GordenImagePPTGen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图片版PPT生成：每页一张高密度排版幻灯片图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GordenSuperPPTSkill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一键全流程PPT：图片版+可编辑版端到端生成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guizang-ppt-skill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网页翻页PPT：WebGL背景+章节幕封+数据大字报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写作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khazix-writer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公众号长文写作：数字生命卡兹克的公众号文章生成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humanizer-zh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中文去AI味：检测并修复9种AI写作模式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stop-slop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英文去AI味：消除AI写作痕迹和预测性模式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vercel-deploy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Vercel部署：一键部署Web项目到Vercel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netlify-deploy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Netlify部署：部署到Netlify云平台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cloudflare-deploy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Cloudflare部署：Workers/Pages等平台服务部署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render-deploy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Render部署：分析代码生成Blueprint并部署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yeet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Git一条龙：Stage+Commit+Push+Open PR一步完成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飞书/Lark  （1/2）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飞书审批：查询/处理审批待办已办/发起审批实例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妙搭应用：应用创建/HTML发布/本地开发/云端部署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飞书考勤：查询考勤打卡记录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飞书多维表格：建表/字段/记录/视图/公式/仪表盘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飞书日历：日程管理/忙闲查询/会议室预定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lark-contact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飞书通讯录：按姓名/邮箱解析open_id或反查信息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0098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lark-doc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32841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飞书云文档：读取/编辑飞书文档内容和图片附件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7588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lark-drive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飞书云空间：文件上传下载/文件夹管理/评论权限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5079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7822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飞书实时事件：流式监听IM/任务/VC会议等事件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2569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5312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飞书即时通讯：收发消息/管理群聊/搜索聊天记录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0060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280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82803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飞书邮箱：起草/发送/回复/搜索邮件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7550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02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lark-markdown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20293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飞书Markdown：查看/创建/上传/编辑/比较Markdown文件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5040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778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57784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飞书妙记：搜索妙记/下载音视频/编辑产物内容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92531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952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lark-note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95274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飞书会议纪要：查询纪要详情/关联文档token/逐字记录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30021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327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lark-okr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632764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飞书OKR：管理目标/关键结果/对齐关系/量化指标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飞书/Lark  （2/2）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lark-openapi-explorer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飞书OpenAPI探索：查找未封装的原生API接口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lark-shared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飞书共享：auth登录/状态/权限/缺失scope处理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飞书电子表格：创建/编辑/批量读写/公式/图表/透视表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lark-skill-maker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飞书Skill创建：封装API操作为可复用Skill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lark-slides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飞书幻灯片：创建/编辑幻灯片/管理页面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飞书任务：管理待办/清单/任务智能体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0098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lark-vc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32841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飞书视频会议：搜索历史记录/查纪要/参会人快照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7588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lark-vc-agent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飞书会议Agent：机器人入会/离会/会中事件/消息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5079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lark-whiteboard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7822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飞书画板：查询/编辑/导出画板内容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2569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lark-wiki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5312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飞书知识库：管理知识空间/成员/文档节点层级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0060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280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lark-workflow-meeting-summary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82803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会议纪要工作流：汇总指定时间范围会议纪要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7550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02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lark-workflow-standup-report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20293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日程待办摘要：生成指定日期日程与未完成任务摘要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Notion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notion-knowledge-capture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Notion知识沉淀：将对话决策转为结构化页面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notion-meeting-intelligence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Notion会议智能：准备会议材料与上下文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notion-research-documentation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Notion研究文档：跨来源研究与结构化文档合成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notion-spec-to-implementation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Notion规格转实现：PRD转为实施计划和任务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开发工具  （1/2）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aspnet-core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ASP.NET Core：Blazor/Razor Pages/MVC/Web API/.NET开发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cli-creator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CLI工具创建：从API文档/OpenAPI/spec创建命令行工具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dot-skill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角色技能蒸馏：将同事/关系/名人角色蒸馏为可复用Skill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figma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Figma基础：获取设计上下文/截图/变量/资产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figma-code-connect-components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Figma代码连接：设计组件映射到代码组件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figma-create-design-system-rules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Figma设计系统规则：生成项目定制设计规则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0098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figma-create-new-file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32841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Figma新建文件：创建新Figma设计文件或FigJam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7588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figma-generate-design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Figma生成设计：将页面/视图转为Figma设计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5079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figma-generate-library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7822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Figma生成库：从代码库构建专业设计系统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2569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figma-use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5312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Figma操作：节点创建/编辑/变量绑定/结构检查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0060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280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full-output-enforcement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82803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完整输出保障：覆盖默认截断，禁止占位符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7550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02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json-repair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20293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JSON修复：自动检测修复JSON格式错误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5040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778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migrate-to-codex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57784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迁移到Codex：迁移指令文件/Skill/Agent/MCP配置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92531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952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open-notebook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95274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Open Notebook：知识库搜索/源笔记管理/聊天/播客生成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30021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327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openai-docs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632764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OpenAI文档：构建指南/最新文档/模型选择建议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开发工具  （2/2）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playwright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Playwright：浏览器自动化/导航/表单/截图/数据提取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playwright-interactive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Playwright交互：持久化浏览器交互调试UI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winui-app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WinUI桌面应用：C#/Windows App SDK桌面应用开发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using-coze-cli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Coze CLI：创建/迭代网页/App/小程序/Agent/工作流/部署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Git/CI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babysit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PR保姆：监控PR直到可合并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gh-address-comments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GitHub评论处理：PR/Issue评论地址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gh-fix-ci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GitHub CI修复：检查/调试/修复失败的GitHub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linear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Linear管理：创建/更新/查询Issue和项目工作流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security-best-practices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安全最佳实践：语言/框架特定的安全审查和改进建议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security-ownership-map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安全所有权地图：git历史分析/总线系数/敏感代码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security-threat-model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安全威胁建模：信任边界/攻击者能力/缓解措施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sentry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Sentry：检查Issue/事件/总结生产错误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限流/控制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rate-limit-handler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API限流处理：指数退避+随机抖动重试策略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request-rate-control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请求频率控制：AI请求缓存/限流/成本控制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地图/导航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map-navigate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地图导航：朝目标位置移动或执行交互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目标定义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define-goal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目标定义：将模糊意图转化为可量化成功标准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视频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Microsoft YaHei"/>
              </a:defRPr>
            </a:pPr>
            <a:r>
              <a:t>视频下载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视频下载：YouTube/B站/抖音等1000+站点视频下载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云基础设施/部署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cloudflare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Cloudflare Workers/Pages部署，边缘计算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digitalocean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DigitalOcean云服务器/容器/托管数据库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hostinger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Hostinger虚拟主机/网站部署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netlify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Netlify静态站点部署/Serverless Functions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vercel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Vercel Next.js/静态站点部署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Render全栈应用/数据库/定时任务部署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0098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supabase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32841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Supabase开源Firebase替代：Postgres/Auth/Storage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7588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expo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Expo React Native跨平台移动应用构建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5079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replit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7822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Replit云端IDE/协作编程/部署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2569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wix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5312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Wix网站builder/拖拽建站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开发/Git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GitHub仓库管理/PR/Actions/Issues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circleci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CircleCI持续集成/部署流水线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coderabbit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CodeRabbit AI代码审查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twilio-developer-kit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Twilio通信API：短信/语音/视频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openai-developers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OpenAI开发者工具/API集成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AI/图像/视频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heygen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HeyGen AI视频生成/数字人口播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midpage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Midpage AI页面生成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otter-ai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Otter AI会议转录/笔记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fal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Fal.ai AI模型推理平台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nvidia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NVIDIA AI/加速计算工具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hugging-face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Hugging Face开源AI模型/数据集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0098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windsor-ai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32841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Windsor AI应用开发平台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7588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read-ai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Read AI会议助手/笔记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5079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tinman-ai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7822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Tinman AI数据工具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2569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game-studio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5312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Game Studio游戏开发工具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设计工具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figma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Figma设计协作/原型/设计系统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canva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Canva平面设计/社交媒体素材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picsart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Picsart AI图片编辑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shutterstock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Shutterstock图库/素材授权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CRM/销售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hubspot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HubSpot CRM/营销自动化/销售管道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pipedrive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Pipedrive销售CRM/管道管理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monday-com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Monday.com项目管理/工作操作系统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clickup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Clickup任务管理/文档/目标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asana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Asana团队协作/项目管理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linear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Linear Issue追踪/敏捷项目管理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0098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attio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32841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Attio关系型CRM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7588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Close销售CRM/自动化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5079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outreach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7822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Outreach销售赋能/序列自动化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2569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superhuman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5312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Superhuman极速邮件客户端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airtable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Airtable低代码数据库/协作表格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datadog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Datadog监控/可观测性/APM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mixpanel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Mixpanel产品分析/用户行为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posthog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Posthog开源产品分析/功能开关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deepnote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Deepnote协作数据科学笔记本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hex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Hex数据分析和协作笔记本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0098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similarweb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32841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Similarweb网站流量分析/竞品研究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7588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semrush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Semrush SEO/数字营销工具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5079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pitchbook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7822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PitchBook私募市场/风投数据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2569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factset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5312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FactSet金融数据/分析工具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文档/协作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notion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Notion知识库/文档/项目管理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Box企业云存储/文件共享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egnyte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Egnyte合规云存储/文件协作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sharepoint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SharePoint企业协作/文档管理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docusign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DocuSign电子签名/合同管理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signnow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SignNow电子签名/文档自动化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金融/支付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Stripe支付处理/订阅/发票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razorpay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Razorpay印度支付网关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quicknode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QuickNode区块链节点/Web3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binance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Binance加密货币交易所API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quickbooks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QuickBooks会计/财务管理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通讯/日历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Slack团队通讯/频道/集成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zoominfo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ZoomInfo B2B联系数据/CRM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sendgrid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SendGrid电子邮件API/营销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google-calendar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Google日历日程管理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outlook-calendar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Outlook日历/邮件集成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calendly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Calendly会议预约/调度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测试/监控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waldo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Waldo移动应用自动化测试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weatherpromise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WeatherPromise天气数据API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domotz-preview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Domotz网络监控/IT资产管理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replayio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Replay.io浏览器录制回放调试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搜索/研究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glean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Glean企业搜索/知识库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scite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SciLit智能引用/学术搜索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zotero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Zotero文献管理/研究笔记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readwise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Readwise高亮同步/阅读管理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51176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7860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Alation数据目录/数据治理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actively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789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Actively AI辅助招聘/人才匹配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5389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缓存管理/CDN配置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base44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Base44低代码应用构建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76272"/>
            <a:ext cx="11277295" cy="347472"/>
          </a:xfrm>
          <a:prstGeom prst="roundRect">
            <a:avLst>
              <a:gd name="adj" fmla="val 6000"/>
            </a:avLst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B"/>
                </a:solidFill>
                <a:latin typeface="Microsoft YaHei"/>
              </a:defRPr>
            </a:pPr>
            <a:r>
              <a:t>convex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037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Convex全栈数据库/实时API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6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MCP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62895" cy="2286000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84FC"/>
                </a:solidFill>
                <a:latin typeface="Microsoft YaHei"/>
              </a:defRPr>
            </a:pPr>
            <a:r>
              <a:t>codex-security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Codex 安全扫描框架</a:t>
            </a:r>
            <a:br/>
            <a:br/>
            <a:r>
              <a:t>covering: finding-discovery | validation | attack-path-analysis | threat-model</a:t>
            </a:r>
            <a:br/>
            <a:r>
              <a:t>fix-finding | track-findings | security-diff-scan | deep-security-scan | triage-finding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统计总览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C4899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084F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总页数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0AAF"/>
                </a:solidFill>
                <a:latin typeface="Microsoft YaHei"/>
              </a:defRPr>
            </a:pPr>
            <a:r>
              <a:t>Codex 技能全景索引 | 2026-07-06 | 共 33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