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Codex 技能全景索引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2743200"/>
            <a:ext cx="3962095" cy="381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084FC"/>
                </a:solidFill>
                <a:latin typeface="Microsoft YaHei"/>
              </a:defRPr>
            </a:pPr>
            <a:r>
              <a:t>全部 Skills · Plugins · MCP Server 功能与用法大全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931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B5CF6"/>
                </a:solidFill>
                <a:latin typeface="Microsoft YaHei"/>
              </a:defRPr>
            </a:pPr>
            <a:r>
              <a:t>107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0AAF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3931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B5CF6"/>
                </a:solidFill>
                <a:latin typeface="Microsoft YaHei"/>
              </a:defRPr>
            </a:pPr>
            <a:r>
              <a:t>120+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0AAF"/>
                </a:solidFill>
                <a:latin typeface="Microsoft YaHei"/>
              </a:defRPr>
            </a:pPr>
            <a:r>
              <a:t>Plugins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931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B5CF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0AAF"/>
                </a:solidFill>
                <a:latin typeface="Microsoft YaHei"/>
              </a:defRPr>
            </a:pPr>
            <a:r>
              <a:t>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0AAF"/>
                </a:solidFill>
                <a:latin typeface="Microsoft YaHei"/>
              </a:defRPr>
            </a:pPr>
            <a:r>
              <a:t>2026-07-06 | 共 31 页 | 107 Skills + 120+ Plugins + 1 MCP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400800"/>
            <a:ext cx="12191695" cy="73152"/>
          </a:xfrm>
          <a:prstGeom prst="roundRect">
            <a:avLst>
              <a:gd name="adj" fmla="val 6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128016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1965960"/>
            <a:ext cx="594360" cy="5943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737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第一部分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5CF6"/>
                </a:solidFill>
                <a:latin typeface="Microsoft YaHei"/>
              </a:defRPr>
            </a:pPr>
            <a:r>
              <a:t>Skills（107 个）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194560"/>
            <a:ext cx="777240" cy="20116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219456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数据/搜索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194560"/>
            <a:ext cx="777240" cy="20116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19456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前端/设计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194560"/>
            <a:ext cx="777240" cy="20116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219456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图片/视觉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2194560"/>
            <a:ext cx="777240" cy="20116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04120" y="219456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文档/办公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0" y="2194560"/>
            <a:ext cx="777240" cy="20116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18520" y="219456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PPT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0" y="2194560"/>
            <a:ext cx="777240" cy="20116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32920" y="219456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写作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0" y="2194560"/>
            <a:ext cx="777240" cy="20116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47320" y="219456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部署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0" y="2194560"/>
            <a:ext cx="777240" cy="20116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61720" y="219456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飞书/Lark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2395728"/>
            <a:ext cx="777240" cy="20116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239572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Notion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2395728"/>
            <a:ext cx="777240" cy="20116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239572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开发工具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2395728"/>
            <a:ext cx="777240" cy="20116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239572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Git/CI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0" y="2395728"/>
            <a:ext cx="777240" cy="20116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20" y="239572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安全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0" y="2395728"/>
            <a:ext cx="777240" cy="20116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18520" y="239572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限流/控制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887200" y="2395728"/>
            <a:ext cx="777240" cy="20116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932920" y="239572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地图/导航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801600" y="2395728"/>
            <a:ext cx="777240" cy="20116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47320" y="239572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目标定义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0" y="2395728"/>
            <a:ext cx="777240" cy="20116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61720" y="239572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视频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3200400"/>
            <a:ext cx="10362895" cy="128016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88720" y="3520440"/>
            <a:ext cx="594360" cy="5943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3291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第二部分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4899"/>
                </a:solidFill>
                <a:latin typeface="Microsoft YaHei"/>
              </a:defRPr>
            </a:pPr>
            <a:r>
              <a:t>Plugins（120+ 个）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0" y="3749040"/>
            <a:ext cx="777240" cy="201168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60920" y="37490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云基础设施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3749040"/>
            <a:ext cx="777240" cy="201168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37490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开发/Git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0" y="3749040"/>
            <a:ext cx="777240" cy="201168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9720" y="37490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AI/图像/视频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58400" y="3749040"/>
            <a:ext cx="777240" cy="201168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04120" y="37490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设计工具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972800" y="3749040"/>
            <a:ext cx="777240" cy="201168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018520" y="37490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CRM/销售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887200" y="3749040"/>
            <a:ext cx="777240" cy="201168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932920" y="37490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数据分析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2801600" y="3749040"/>
            <a:ext cx="777240" cy="201168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847320" y="37490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文档/协作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3716000" y="3749040"/>
            <a:ext cx="777240" cy="201168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761720" y="37490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金融/支付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0" y="3950208"/>
            <a:ext cx="777240" cy="201168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60920" y="395020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通讯/日历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29600" y="3950208"/>
            <a:ext cx="777240" cy="201168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75320" y="395020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测试/监控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44000" y="3950208"/>
            <a:ext cx="777240" cy="201168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89720" y="395020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搜索/研究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058400" y="3950208"/>
            <a:ext cx="777240" cy="201168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04120" y="395020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其他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14400" y="4754880"/>
            <a:ext cx="10362895" cy="128016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254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88720" y="5074920"/>
            <a:ext cx="594360" cy="59436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11680" y="4846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第三部分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1168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84FC"/>
                </a:solidFill>
                <a:latin typeface="Microsoft YaHei"/>
              </a:defRPr>
            </a:pPr>
            <a:r>
              <a:t>MCP Server（1 个）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15200" y="5303520"/>
            <a:ext cx="777240" cy="201168"/>
          </a:xfrm>
          <a:prstGeom prst="roundRect">
            <a:avLst>
              <a:gd name="adj" fmla="val 6000"/>
            </a:avLst>
          </a:prstGeom>
          <a:solidFill>
            <a:srgbClr val="C084FC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60920" y="530352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codex-security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